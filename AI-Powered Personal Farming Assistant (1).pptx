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 Bold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Canva Sans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-296" y="-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58888" y="9281817"/>
            <a:ext cx="14906178" cy="118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942424" y="1973974"/>
            <a:ext cx="11336352" cy="165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0"/>
              </a:lnSpc>
            </a:pPr>
            <a:r>
              <a:rPr lang="en-US" sz="48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Personal Farming Assistant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23525"/>
            <a:ext cx="4639037" cy="2089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7"/>
              </a:lnSpc>
            </a:pPr>
            <a:r>
              <a:rPr lang="en-US" sz="39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PRESENTED BY</a:t>
            </a:r>
          </a:p>
          <a:p>
            <a:pPr algn="ctr">
              <a:lnSpc>
                <a:spcPts val="55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148877" y="5318636"/>
            <a:ext cx="7494580" cy="1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37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POOMATHI T[922523106150]</a:t>
            </a:r>
          </a:p>
          <a:p>
            <a:pPr algn="l">
              <a:lnSpc>
                <a:spcPts val="5244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143000" y="5838825"/>
            <a:ext cx="7391400" cy="128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7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SANDHIYA S[922523106181]</a:t>
            </a:r>
          </a:p>
          <a:p>
            <a:pPr algn="ctr">
              <a:lnSpc>
                <a:spcPts val="517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143000" y="6448425"/>
            <a:ext cx="7467600" cy="128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7"/>
              </a:lnSpc>
            </a:pPr>
            <a:r>
              <a:rPr lang="en-US" sz="36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SARUPRABHA K[922523106189]</a:t>
            </a:r>
          </a:p>
          <a:p>
            <a:pPr algn="ctr">
              <a:lnSpc>
                <a:spcPts val="5179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744201" y="4443727"/>
            <a:ext cx="3951484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7"/>
              </a:lnSpc>
            </a:pPr>
            <a:r>
              <a:rPr lang="en-US" sz="399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GUIDED BY</a:t>
            </a:r>
          </a:p>
          <a:p>
            <a:pPr algn="l">
              <a:lnSpc>
                <a:spcPts val="55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744200" y="5143605"/>
            <a:ext cx="6324600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77"/>
              </a:lnSpc>
            </a:pPr>
            <a:r>
              <a:rPr lang="en-US" sz="369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Mr. MOHAMMED YOUNUS</a:t>
            </a:r>
          </a:p>
          <a:p>
            <a:pPr algn="l">
              <a:lnSpc>
                <a:spcPts val="5179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708439" y="5759158"/>
            <a:ext cx="6075678" cy="271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7"/>
              </a:lnSpc>
            </a:pPr>
            <a:r>
              <a:rPr lang="en-US" sz="37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Department of ECE</a:t>
            </a:r>
          </a:p>
          <a:p>
            <a:pPr>
              <a:lnSpc>
                <a:spcPts val="5267"/>
              </a:lnSpc>
            </a:pPr>
            <a:r>
              <a:rPr lang="en-US" sz="376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V.S.B Engineering college, </a:t>
            </a:r>
            <a:r>
              <a:rPr lang="en-US" sz="3762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Karur</a:t>
            </a:r>
            <a:endParaRPr lang="en-US" sz="3762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268"/>
              </a:lnSpc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14600" y="9281817"/>
            <a:ext cx="12329712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251247" y="919550"/>
            <a:ext cx="4173908" cy="811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9290" y="2447925"/>
            <a:ext cx="18530145" cy="463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99333" lvl="3" indent="-574833" algn="l">
              <a:lnSpc>
                <a:spcPts val="5278"/>
              </a:lnSpc>
              <a:buFont typeface="Arial"/>
              <a:buChar char="￭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an AI-based smart farming assistant</a:t>
            </a:r>
          </a:p>
          <a:p>
            <a:pPr marL="2299333" lvl="3" indent="-574833" algn="l">
              <a:lnSpc>
                <a:spcPts val="5278"/>
              </a:lnSpc>
              <a:buFont typeface="Arial"/>
              <a:buChar char="￭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 plant diseases early using image processing</a:t>
            </a:r>
          </a:p>
          <a:p>
            <a:pPr marL="2299333" lvl="3" indent="-574833" algn="l">
              <a:lnSpc>
                <a:spcPts val="5278"/>
              </a:lnSpc>
              <a:buFont typeface="Arial"/>
              <a:buChar char="￭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real-time weather updates for better planning</a:t>
            </a:r>
          </a:p>
          <a:p>
            <a:pPr marL="2299333" lvl="3" indent="-574833" algn="l">
              <a:lnSpc>
                <a:spcPts val="5278"/>
              </a:lnSpc>
              <a:buFont typeface="Arial"/>
              <a:buChar char="￭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 fertilizers and pesticides automatically</a:t>
            </a:r>
          </a:p>
          <a:p>
            <a:pPr marL="2299333" lvl="3" indent="-574833" algn="l">
              <a:lnSpc>
                <a:spcPts val="5278"/>
              </a:lnSpc>
              <a:buFont typeface="Arial"/>
              <a:buChar char="￭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crop yield and reduce losses</a:t>
            </a:r>
          </a:p>
          <a:p>
            <a:pPr marL="2299333" lvl="3" indent="-574833" algn="l">
              <a:lnSpc>
                <a:spcPts val="5278"/>
              </a:lnSpc>
              <a:buFont typeface="Arial"/>
              <a:buChar char="￭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Make the system simple and user-friendly for farmers</a:t>
            </a:r>
          </a:p>
          <a:p>
            <a:pPr algn="l">
              <a:lnSpc>
                <a:spcPts val="5279"/>
              </a:lnSpc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57400" y="9281817"/>
            <a:ext cx="139446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219200" y="495300"/>
            <a:ext cx="5477142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1664348"/>
            <a:ext cx="17068800" cy="689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Agriculture is a major part of our country’s economy and many people depend on farming.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Farmers face real problems like:</a:t>
            </a:r>
          </a:p>
          <a:p>
            <a:pPr marL="766444" lvl="1" indent="-383222" algn="l">
              <a:lnSpc>
                <a:spcPts val="4970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Identifying plant diseases</a:t>
            </a:r>
          </a:p>
          <a:p>
            <a:pPr marL="766444" lvl="1" indent="-383222" algn="l">
              <a:lnSpc>
                <a:spcPts val="4970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Weather uncertainty</a:t>
            </a:r>
          </a:p>
          <a:p>
            <a:pPr marL="766444" lvl="1" indent="-383222" algn="l">
              <a:lnSpc>
                <a:spcPts val="4970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expert advice</a:t>
            </a:r>
          </a:p>
          <a:p>
            <a:pPr marL="766444" lvl="1" indent="-383222" algn="l">
              <a:lnSpc>
                <a:spcPts val="4970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our project demo, we show how a farmer can use a simple app to solve these problems.</a:t>
            </a:r>
          </a:p>
          <a:p>
            <a:pPr marL="766444" lvl="1" indent="-383222" algn="l">
              <a:lnSpc>
                <a:spcPts val="4970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system uses Artificial Intelligence to analyze crop images and provide instant results.</a:t>
            </a:r>
          </a:p>
          <a:p>
            <a:pPr marL="766444" lvl="1" indent="-383222" algn="l">
              <a:lnSpc>
                <a:spcPts val="4970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acts like a personal assistant for farmers.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9400" y="9291342"/>
            <a:ext cx="12024912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203303" y="580108"/>
            <a:ext cx="8938189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METHODOLOGY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5078" y="1664348"/>
            <a:ext cx="17514492" cy="689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9"/>
              </a:lnSpc>
            </a:pPr>
            <a:endParaRPr/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Interface: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User opens the application and selects a feature (Disease Detection / Weather / Chatbot)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Input: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User uploads plant leaf image for disease detection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Processing: 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Image is sent to backend → AI model analyzes the image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Output: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System displays disease name and suggested solution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Weather Module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User location is taken → Weather API provides real-time data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 Assistant: 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Chatbot answers farmer queries and provides guidance</a:t>
            </a:r>
          </a:p>
          <a:p>
            <a:pPr marL="766444" lvl="1" indent="-383222" algn="l">
              <a:lnSpc>
                <a:spcPts val="4970"/>
              </a:lnSpc>
              <a:spcBef>
                <a:spcPct val="0"/>
              </a:spcBef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Output: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All results are shown clearly in the application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9281817"/>
            <a:ext cx="127254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350948" y="1769123"/>
            <a:ext cx="16764000" cy="5634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9"/>
              </a:lnSpc>
            </a:pPr>
            <a:endParaRPr/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HTML, CSS, JavaScript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/ Node.js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Model: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CNN (Deep Learning Model)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Processing: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OpenCV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Weather API: 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real-time weather data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MySQL / Firebase</a:t>
            </a:r>
          </a:p>
          <a:p>
            <a:pPr marL="766444" lvl="1" indent="-383222" algn="l">
              <a:lnSpc>
                <a:spcPts val="4969"/>
              </a:lnSpc>
              <a:buFont typeface="Arial"/>
              <a:buChar char="•"/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 Tool:</a:t>
            </a: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VS Cod</a:t>
            </a:r>
          </a:p>
          <a:p>
            <a:pPr algn="l">
              <a:lnSpc>
                <a:spcPts val="497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438400" y="4552950"/>
            <a:ext cx="13754700" cy="707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1600" y="647700"/>
            <a:ext cx="8361348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APPROACH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52160" y="1028700"/>
            <a:ext cx="6583680" cy="8229600"/>
          </a:xfrm>
          <a:custGeom>
            <a:avLst/>
            <a:gdLst/>
            <a:ahLst/>
            <a:cxnLst/>
            <a:rect l="l" t="t" r="r" b="b"/>
            <a:pathLst>
              <a:path w="6583680" h="8229600">
                <a:moveTo>
                  <a:pt x="0" y="0"/>
                </a:moveTo>
                <a:lnTo>
                  <a:pt x="6583680" y="0"/>
                </a:lnTo>
                <a:lnTo>
                  <a:pt x="65836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33600" y="9281817"/>
            <a:ext cx="12710712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229600" y="5407552"/>
            <a:ext cx="3607222" cy="587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7609" y="580108"/>
            <a:ext cx="8361348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3878" y="3185211"/>
            <a:ext cx="6867161" cy="5836545"/>
          </a:xfrm>
          <a:custGeom>
            <a:avLst/>
            <a:gdLst/>
            <a:ahLst/>
            <a:cxnLst/>
            <a:rect l="l" t="t" r="r" b="b"/>
            <a:pathLst>
              <a:path w="6867161" h="5836545">
                <a:moveTo>
                  <a:pt x="0" y="0"/>
                </a:moveTo>
                <a:lnTo>
                  <a:pt x="6867161" y="0"/>
                </a:lnTo>
                <a:lnTo>
                  <a:pt x="6867161" y="5836544"/>
                </a:lnTo>
                <a:lnTo>
                  <a:pt x="0" y="583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3155553"/>
            <a:ext cx="8348120" cy="5895860"/>
          </a:xfrm>
          <a:custGeom>
            <a:avLst/>
            <a:gdLst/>
            <a:ahLst/>
            <a:cxnLst/>
            <a:rect l="l" t="t" r="r" b="b"/>
            <a:pathLst>
              <a:path w="8348120" h="5895860">
                <a:moveTo>
                  <a:pt x="0" y="0"/>
                </a:moveTo>
                <a:lnTo>
                  <a:pt x="8348120" y="0"/>
                </a:lnTo>
                <a:lnTo>
                  <a:pt x="8348120" y="5895860"/>
                </a:lnTo>
                <a:lnTo>
                  <a:pt x="0" y="589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77956" y="9538097"/>
            <a:ext cx="12177312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76784" y="494321"/>
            <a:ext cx="9290703" cy="165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AND OUTPUT FORMAT</a:t>
            </a:r>
            <a:r>
              <a:rPr lang="en-US" sz="4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672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2107" y="2067815"/>
            <a:ext cx="9290703" cy="165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</a:t>
            </a:r>
            <a:r>
              <a:rPr lang="en-US" sz="4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6720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672709" y="2067815"/>
            <a:ext cx="9290703" cy="165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OUTPUT </a:t>
            </a:r>
            <a:r>
              <a:rPr lang="en-US" sz="4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6720"/>
              </a:lnSpc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72215" y="223079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54034" y="411644"/>
            <a:ext cx="14047225" cy="8846656"/>
          </a:xfrm>
          <a:custGeom>
            <a:avLst/>
            <a:gdLst/>
            <a:ahLst/>
            <a:cxnLst/>
            <a:rect l="l" t="t" r="r" b="b"/>
            <a:pathLst>
              <a:path w="14047225" h="8846656">
                <a:moveTo>
                  <a:pt x="0" y="0"/>
                </a:moveTo>
                <a:lnTo>
                  <a:pt x="14047225" y="0"/>
                </a:lnTo>
                <a:lnTo>
                  <a:pt x="14047225" y="8846656"/>
                </a:lnTo>
                <a:lnTo>
                  <a:pt x="0" y="884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08" b="-398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43688" y="9281817"/>
            <a:ext cx="11948712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2600" y="9281817"/>
            <a:ext cx="156210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629184" y="646721"/>
            <a:ext cx="9290703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DESCRIPTION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5487" y="1924184"/>
            <a:ext cx="17068800" cy="689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AI-based application to help farmers in daily activities</a:t>
            </a:r>
          </a:p>
          <a:p>
            <a:pPr algn="just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Provides three main features: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*  Disease detection using plant image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*  Real-time weather updates</a:t>
            </a:r>
          </a:p>
          <a:p>
            <a:pPr algn="l">
              <a:lnSpc>
                <a:spcPts val="4969"/>
              </a:lnSpc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*  Chat assistant for queries</a:t>
            </a:r>
          </a:p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AI, image processing, and APIs</a:t>
            </a:r>
          </a:p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Backend processes data and generates results</a:t>
            </a:r>
          </a:p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Results are shown clearly in the app</a:t>
            </a:r>
          </a:p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farmers take quick and correct decisions</a:t>
            </a:r>
          </a:p>
          <a:p>
            <a:pPr marL="766444" lvl="1" indent="-383222" algn="just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need for expert support</a:t>
            </a:r>
          </a:p>
          <a:p>
            <a:pPr algn="just">
              <a:lnSpc>
                <a:spcPts val="4970"/>
              </a:lnSpc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2600" y="9281817"/>
            <a:ext cx="156210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81584" y="799121"/>
            <a:ext cx="9290703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FEASIBILITY AND VIABILITY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2600" y="2305833"/>
            <a:ext cx="12753729" cy="628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Feasibility: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Uses available AI tools, APIs, and web technologies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Economic Feasibility: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Low development cost and affordable for farmers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 Feasibility: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Easy to use with simple interface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 Feasibility: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Can be developed and deployed quickly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  <a:r>
              <a:rPr lang="en-US" sz="3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Scalability: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Can be expanded with more features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2600" y="9281817"/>
            <a:ext cx="156210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72397" y="1247775"/>
            <a:ext cx="9290703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AND BENEFITS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1301" y="2650707"/>
            <a:ext cx="16183598" cy="4909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6233" lvl="1" indent="-428117" algn="just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farming by providing quick and accurate decisions</a:t>
            </a:r>
          </a:p>
          <a:p>
            <a:pPr marL="856233" lvl="1" indent="-428117" algn="just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in early detection of plant diseases, reducing crop loss</a:t>
            </a:r>
          </a:p>
          <a:p>
            <a:pPr marL="856233" lvl="1" indent="-428117" algn="just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real-time weather updates for better planning</a:t>
            </a:r>
          </a:p>
          <a:p>
            <a:pPr marL="856233" lvl="1" indent="-428117" algn="just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Saves time and cost for farmers</a:t>
            </a:r>
          </a:p>
          <a:p>
            <a:pPr marL="856233" lvl="1" indent="-428117" algn="just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dependency on agricultural experts</a:t>
            </a:r>
          </a:p>
          <a:p>
            <a:pPr marL="856233" lvl="1" indent="-428117" algn="just">
              <a:lnSpc>
                <a:spcPts val="5552"/>
              </a:lnSpc>
              <a:buFont typeface="Arial"/>
              <a:buChar char="•"/>
            </a:pPr>
            <a:r>
              <a:rPr lang="en-US" sz="39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smart and modern farming practices</a:t>
            </a:r>
          </a:p>
          <a:p>
            <a:pPr algn="just">
              <a:lnSpc>
                <a:spcPts val="5552"/>
              </a:lnSpc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1483764"/>
          <a:ext cx="15458273" cy="7774536"/>
        </p:xfrm>
        <a:graphic>
          <a:graphicData uri="http://schemas.openxmlformats.org/drawingml/2006/table">
            <a:tbl>
              <a:tblPr/>
              <a:tblGrid>
                <a:gridCol w="7903852"/>
                <a:gridCol w="7554421"/>
              </a:tblGrid>
              <a:tr h="1410649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</a:tr>
              <a:tr h="224796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812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779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638300" y="9496425"/>
            <a:ext cx="156210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72397" y="1851625"/>
            <a:ext cx="9290703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THEME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97" y="369642"/>
            <a:ext cx="9290703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3112" y="1851625"/>
            <a:ext cx="9290703" cy="81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Publication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0358" y="2615458"/>
            <a:ext cx="7454782" cy="300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endParaRPr/>
          </a:p>
          <a:p>
            <a:pPr algn="just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Development of smart agricultural systems integrating weather forecasting, IoT, and decision-support tools for farmers</a:t>
            </a:r>
          </a:p>
          <a:p>
            <a:pPr algn="just">
              <a:lnSpc>
                <a:spcPts val="3990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296400" y="3625119"/>
            <a:ext cx="6469167" cy="98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Agricultural Technology Reports and Research Papers (2019–2023)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3055" y="5237142"/>
            <a:ext cx="7454782" cy="1489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Application of chatbot systems and AI assistants to provide real-time guidance and support to farmers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96400" y="5571996"/>
            <a:ext cx="6204959" cy="98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and Smart Farming Research Articles (2021–2024)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358" y="7092792"/>
            <a:ext cx="7454782" cy="1994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Use of Artificial Intelligence in agriculture for improving crop health and productivity through image-based disease detection and smart farming techniques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3100" y="7503177"/>
            <a:ext cx="6347033" cy="984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Research Papers, Journals, and IEEE/Elsevier Studies (2020–2024)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2600" y="9281817"/>
            <a:ext cx="15621000" cy="136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REVIEW - V.S.B ENGINEERING COLLEGE , KARUR</a:t>
            </a:r>
          </a:p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3954210" y="3792909"/>
            <a:ext cx="9290703" cy="1865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Thankyou </a:t>
            </a:r>
          </a:p>
          <a:p>
            <a:pPr algn="ctr">
              <a:lnSpc>
                <a:spcPts val="6720"/>
              </a:lnSpc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Custom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Canva Sans Bold</vt:lpstr>
      <vt:lpstr>Calibri</vt:lpstr>
      <vt:lpstr>Canva Sans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 Farming Assistant</dc:title>
  <cp:lastModifiedBy>DELL</cp:lastModifiedBy>
  <cp:revision>2</cp:revision>
  <dcterms:created xsi:type="dcterms:W3CDTF">2006-08-16T00:00:00Z</dcterms:created>
  <dcterms:modified xsi:type="dcterms:W3CDTF">2026-04-23T15:42:24Z</dcterms:modified>
  <dc:identifier>DAHHfcBrH4U</dc:identifier>
</cp:coreProperties>
</file>